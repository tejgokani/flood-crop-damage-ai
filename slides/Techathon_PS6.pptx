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F233E"/>
                </a:solidFill>
              </a:defRPr>
            </a:pPr>
            <a:r>
              <a:t>AI-Based Crop Flood Damage Assessment</a:t>
            </a:r>
          </a:p>
          <a:p>
            <a:pPr>
              <a:defRPr sz="1800">
                <a:solidFill>
                  <a:srgbClr val="1D4ED8"/>
                </a:solidFill>
              </a:defRPr>
            </a:pPr>
            <a:r>
              <a:t>Agriculture + Disaster Management  ·  Problem Statement 6</a:t>
            </a:r>
          </a:p>
          <a:p>
            <a:pPr>
              <a:defRPr sz="1500">
                <a:solidFill>
                  <a:srgbClr val="475569"/>
                </a:solidFill>
              </a:defRPr>
            </a:pPr>
            <a:r>
              <a:t>Five hybrid deep learning architectures benchmarked on one protocol,</a:t>
            </a:r>
          </a:p>
          <a:p>
            <a:pPr>
              <a:defRPr sz="1500">
                <a:solidFill>
                  <a:srgbClr val="475569"/>
                </a:solidFill>
              </a:defRPr>
            </a:pPr>
            <a:r>
              <a:t>fused with Indian district crop statistics</a:t>
            </a:r>
          </a:p>
          <a:p>
            <a:pPr>
              <a:defRPr sz="800">
                <a:solidFill>
                  <a:srgbClr val="475569"/>
                </a:solidFill>
              </a:defRPr>
            </a:pP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VIT Tech-a-thon · Fall Semester 2026–27</a:t>
            </a:r>
          </a:p>
          <a:p>
            <a:pPr>
              <a:defRPr sz="1200">
                <a:solidFill>
                  <a:srgbClr val="1D4ED8"/>
                </a:solidFill>
              </a:defRPr>
            </a:pPr>
            <a:r>
              <a:t>github.com/tejgokani/flood-crop-damage-ai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The problem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Why field surveys fail exactly when they are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Floods destroy crops across large geographical regions.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Traditional field surveys are impossible immediately after a disaster — roads and agricultural land are inaccessible.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Relief and insurance decisions still have to be made, within days.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Required output: Healthy → Mild → Moderate → Severe crop damage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Required approach: satellite / drone imagery + deep learning, five hybrid techniques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Objective — derived from six papers' own future work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Every quote below is verbatim from the source paper's Future Work / Limitations section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928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577840"/>
                <a:gridCol w="3063240"/>
              </a:tblGrid>
              <a:tr h="6792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Paper (2026)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Its stated future work — verbatim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What we built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FLNet</a:t>
                      </a:r>
                    </a:p>
                    <a:p>
                      <a:r>
                        <a:t>arXiv:2601.03884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"…experimenting with state-of-the-art backbones like Transformers"; "handle cloud cover"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Swin + 5-model benchmark;</a:t>
                      </a:r>
                    </a:p>
                    <a:p>
                      <a:r>
                        <a:t>SAR instead of optical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Swin flood scene</a:t>
                      </a:r>
                    </a:p>
                    <a:p>
                      <a:r>
                        <a:t>Sci Rep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"combining temporal modeling…"; "future research will concentrate on incorporating multi-spectral or hydrological inputs"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CNN+LSTM;</a:t>
                      </a:r>
                    </a:p>
                    <a:p>
                      <a:r>
                        <a:t>Sentinel-1 SAR not RGB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Physics-guided U-Net+FNO</a:t>
                      </a:r>
                    </a:p>
                    <a:p>
                      <a:r>
                        <a:t>RadarConf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"relaxing flow assumptions, optimizing memory usage, and enhancing regularization"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Automatic over/under-fit</a:t>
                      </a:r>
                    </a:p>
                    <a:p>
                      <a:r>
                        <a:t>correction; capped compute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Explainable SAR CNN/Transformer</a:t>
                      </a:r>
                    </a:p>
                    <a:p>
                      <a:r>
                        <a:t>arXiv:2606.16302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"incorporating multi-temporal SAR data, in which pre-flood and post-flood images are jointly analyzed"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Real pre/post pairs;</a:t>
                      </a:r>
                    </a:p>
                    <a:p>
                      <a:r>
                        <a:t>permanent water subtracted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TDAVM-UNet</a:t>
                      </a:r>
                    </a:p>
                    <a:p>
                      <a:r>
                        <a:t>Frontiers Plant Sci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"Future work: dataset expansion, domain adaptation, edge deployment…"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GAN augmentation;</a:t>
                      </a:r>
                    </a:p>
                    <a:p>
                      <a:r>
                        <a:t>progressive data tiering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Climate-informed cropland</a:t>
                      </a:r>
                    </a:p>
                    <a:p>
                      <a:r>
                        <a:t>Sci Rep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"…can be used to study climate change impacts on the data-scarce, critical flood zones"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Indian district crop fusion</a:t>
                      </a:r>
                    </a:p>
                    <a:p>
                      <a:r>
                        <a:t>(a data-scarce flood zone)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The objective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0F233E"/>
                </a:solidFill>
              </a:defRPr>
            </a:pPr>
            <a:r>
              <a:t>To design and evaluate a cloud-penetrating, multi-temporal, multi-architecture deep learning system that identifies agricultural fields from Sentinel-1 SAR imagery, classifies flood-induced crop damage as Healthy → Mild → Moderate → Severe, and fuses that severity with district-level Indian agricultural statistics to produce a region-scale crop loss assessment usable when field surveys are impossible.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SO-1  Benchmark five hybrids under one identical protocol            → gap G3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SO-2  Overcome data scarcity without touching evaluation integrity   → gap G1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SO-3  Model flood evolution over time, not a single snapshot         → gap G2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SO-4  Fuse imagery with real regional agricultural context           → gap G4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SO-5  Make regularisation automatic and keep compute feasible        → gap G6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Flow chart of the proposed work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Both prescribed sequences, implemented in the given order</a:t>
            </a:r>
          </a:p>
        </p:txBody>
      </p:sp>
      <p:pic>
        <p:nvPicPr>
          <p:cNvPr id="3" name="Picture 2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6913075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Compliance with the prescribed sequence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Every step maps to a function that actually runs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035040"/>
                <a:gridCol w="4572000"/>
              </a:tblGrid>
              <a:tr h="3823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Implemented in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Load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data/etci.py · data/india_agri.py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Data preprocessing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preprocess/transforms.py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Data leakage checks — target · duplicate · suspicious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preprocess/leakage.py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CLAHE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preprocess/clahe.py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Split / 10-fold cross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splits.py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GAN augmentation / SMOTE — TRAINING DATA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augment/gan.py · augment/smote.py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Initial model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train/loop.py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Overfitting / underfitting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train/diagnostics.py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Apply correction technique and retrain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train/correction.py</a:t>
                      </a:r>
                    </a:p>
                  </a:txBody>
                  <a:tcPr/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Final test 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eval/metrics.py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45309"/>
                </a:solidFill>
              </a:defRPr>
            </a:pPr>
            <a:r>
              <a:t>Why augmentation comes after the split: SMOTE interpolates between neighbours, so fitting it before the split lets a test row be interpolated into a training row — the score then measures memorisation. tests/test_no_leakage.py asserts val/test are never resampled.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The five hybrid architectures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Shared U-Net decoder and shared severity head — so the comparison isolates the encoder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928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2560320"/>
                <a:gridCol w="2834640"/>
                <a:gridCol w="5486400"/>
              </a:tblGrid>
              <a:tr h="655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Encoder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Why it is in the benchmark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YOLO12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R-ELAN + area attention</a:t>
                      </a:r>
                    </a:p>
                    <a:p>
                      <a:r>
                        <a:t>(implemented natively)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Detects field parcels while segmenting water inside them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ResNet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timm resnet34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The established baseline to measure against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EfficientNet +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efficientnet_b0 + CBAM</a:t>
                      </a:r>
                    </a:p>
                    <a:p>
                      <a:r>
                        <a:t>+ attention-gated skips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Best accuracy per FLOP; the shape TDAVM-UNet validates for agriculture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Swin Transformer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swinv2_tiny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Global receptive field at linear cost — long-range boundary precision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CNN + ConvLSTM at every 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Consumes the real pre-monsoon / monsoon pair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486400"/>
            <a:ext cx="11292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Shared head: the severity classifier reads average-pooled features, max-pooled features, and mean(sigmoid(segmentation)) — the predicted net flood fraction. Since the severity label is defined as that fraction, the classifier is handed the exact quantity the target is built from.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Data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Both sources public, no credentials, nothing bulk-downloaded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Imagery — ETCI-2021 Sentinel-1 SAR over Bangladesh (Ganges–Brahmaputra delta)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2,032 tiles with a genuine pre/post pair: 2017-03-14 pre-monsoon and 2017-06-06 monsoon flood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Each carries VV, VH, a flood mask and a permanent-water mask at both dates</a:t>
            </a:r>
          </a:p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Agriculture — ICRISAT district statistics: 310 Indian districts · 23 crops · 2010–2017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Label from per-district yield anomaly → a real 10.9 : 1 class imbalance, which is what justifies SMOTE</a:t>
            </a:r>
          </a:p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Severity = net flood fraction (flood − permanent water), binned at 2% / 10% / 33%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The 33% boundary is the Indian NDRF/SDRF crop-loss relief threshold — not a round number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Permanent water is subtracted because a tile containing a river is not a damaged tile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Progressive data scaling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Start small; step up only as far as the machine demonstrably sustains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65836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41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Tiles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Size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T0_smoke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128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Pipeline proof — offline, runs in CI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T1_tiny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128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First real data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T2_small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192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First meaningful signal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T3_medium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256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Target tier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T4_large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256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Only if T3 finished comfortably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498079" y="146304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After each tier we measure peak RSS, free disk and seconds/epoch</a:t>
            </a:r>
          </a:p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Advance only if the next tier stays under a 6 GB disk floor, 70% of RAM and the time budget</a:t>
            </a:r>
          </a:p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Otherwise stop at the last good tier and record why — in reports/scaling_log.json</a:t>
            </a:r>
          </a:p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A complete five-model table exists after the first tier, so there is always something to show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233E"/>
                </a:solidFill>
              </a:defRPr>
            </a:pPr>
            <a:r>
              <a:t>• Training run in progress — regenerate this deck with `python scripts_make_slides.py`.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Working demo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streamlit run app/streamlit_app.py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Select or upload a SAR tile → predicted damage mask overlaid on the backscatter image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Severity with confidence, net inundated fraction, permanent water shown separately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District loss estimate: affected hectares, production loss in tonnes, indicative value in ₹ crore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Fusion panel showing whether imagery and district history agree, and whether severity was escalated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Runs with or without a trained checkpoint — the rule-based path still demonstrates preprocessing, the severity rule and the fusion arithmetic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Honest limitations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Stated because they are the questions worth 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300">
                <a:solidFill>
                  <a:srgbClr val="0F233E"/>
                </a:solidFill>
              </a:defRPr>
            </a:pPr>
            <a:r>
              <a:t>• Severity is derived from flood extent, not measured agronomic damage — ETCI-2021 has flood masks, not crop-damage ground truth. Validation against field-surveyed loss is NOT claimed.</a:t>
            </a:r>
          </a:p>
          <a:p>
            <a:pPr>
              <a:spcAft>
                <a:spcPts val="1300"/>
              </a:spcAft>
              <a:defRPr sz="1300">
                <a:solidFill>
                  <a:srgbClr val="0F233E"/>
                </a:solidFill>
              </a:defRPr>
            </a:pPr>
            <a:r>
              <a:t>• Only 20 Severe tiles exist in the whole pool (0.98% natural prior), so Severe-class F1 is noisy by construction. This is the corpus ceiling and is what GAN augmentation pushes against.</a:t>
            </a:r>
          </a:p>
          <a:p>
            <a:pPr>
              <a:spcAft>
                <a:spcPts val="1300"/>
              </a:spcAft>
              <a:defRPr sz="1300">
                <a:solidFill>
                  <a:srgbClr val="0F233E"/>
                </a:solidFill>
              </a:defRPr>
            </a:pPr>
            <a:r>
              <a:t>• Tiers cap Healthy at 45% to make the benchmark usable; the natural 86.9% prior is reported alongside every result, not hidden.</a:t>
            </a:r>
          </a:p>
          <a:p>
            <a:pPr>
              <a:spcAft>
                <a:spcPts val="1300"/>
              </a:spcAft>
              <a:defRPr sz="1300">
                <a:solidFill>
                  <a:srgbClr val="0F233E"/>
                </a:solidFill>
              </a:defRPr>
            </a:pPr>
            <a:r>
              <a:t>• Training geography is the Ganges–Brahmaputra delta — a reasonable analogue for eastern India, but cross-region transfer is untested. FLNet states the same limitation about itself.</a:t>
            </a:r>
          </a:p>
          <a:p>
            <a:pPr>
              <a:spcAft>
                <a:spcPts val="1300"/>
              </a:spcAft>
              <a:defRPr sz="1300">
                <a:solidFill>
                  <a:srgbClr val="0F233E"/>
                </a:solidFill>
              </a:defRPr>
            </a:pPr>
            <a:r>
              <a:t>• Rupee figures use assumed per-severity loss coefficients, surfaced as parameters rather than fitted values.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What remains — the other 40%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Validation against field-surveyed crop loss (BFCD-22, or state revenue records)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Cross-region transfer to Indian districts, and domain adaptation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Sentinel-1 + Sentinel-2 fusion, as FLNet's future work proposes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Calibration and uncertainty estimates, as the Explainable SAR paper proposes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10-fold cross validation extended to the image pipeline once compute allows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Higher tiers (T4) and longer schedules on stronger hardware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Objective derived from six papers' own stated future work — quoted verbatim, not paraphrased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Both prescribed sequences implemented in full, every step mapped to a function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Five hybrid architectures on one shared protocol — the comparison isolates the encoder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Leakage checks that produce real findings; augmentation confined to the training split by construction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Automatic over/under-fit detection and correction, with before/after recorded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Fusion turns predicted pixels into hectares, tonnes and rupees for a real Indian district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github.com/tejgokani/flood-crop-damage-ai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